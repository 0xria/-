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94" r:id="rId11"/>
    <p:sldId id="262" r:id="rId12"/>
    <p:sldId id="263" r:id="rId13"/>
    <p:sldId id="268" r:id="rId14"/>
    <p:sldId id="264" r:id="rId15"/>
    <p:sldId id="269" r:id="rId16"/>
    <p:sldId id="293" r:id="rId17"/>
    <p:sldId id="270" r:id="rId18"/>
    <p:sldId id="283" r:id="rId19"/>
    <p:sldId id="282" r:id="rId20"/>
    <p:sldId id="280" r:id="rId21"/>
    <p:sldId id="281" r:id="rId22"/>
    <p:sldId id="286" r:id="rId23"/>
    <p:sldId id="287" r:id="rId24"/>
    <p:sldId id="291" r:id="rId25"/>
    <p:sldId id="284" r:id="rId26"/>
    <p:sldId id="295" r:id="rId27"/>
    <p:sldId id="285" r:id="rId28"/>
    <p:sldId id="265" r:id="rId29"/>
    <p:sldId id="266" r:id="rId3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63" autoAdjust="0"/>
    <p:restoredTop sz="97643" autoAdjust="0"/>
  </p:normalViewPr>
  <p:slideViewPr>
    <p:cSldViewPr>
      <p:cViewPr varScale="1">
        <p:scale>
          <a:sx n="90" d="100"/>
          <a:sy n="90" d="100"/>
        </p:scale>
        <p:origin x="166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127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6BC73-FC92-4790-B8E9-5E99FB5E13F0}" type="datetimeFigureOut">
              <a:rPr kumimoji="1" lang="ja-JP" altLang="en-US" smtClean="0"/>
              <a:t>2024/9/12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1D9DD-8D2D-42B4-811C-BC7C1CF62F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2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1D9DD-8D2D-42B4-811C-BC7C1CF62F6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9283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91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389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1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832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2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451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23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994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00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74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78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28B91-271E-44D2-AD8D-9C96F00C3E53}" type="datetimeFigureOut">
              <a:rPr kumimoji="1" lang="ja-JP" altLang="en-US" smtClean="0"/>
              <a:pPr/>
              <a:t>2024/9/12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EDB5D-8198-4E8B-B161-187CF50A4E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824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794519"/>
          </a:xfrm>
        </p:spPr>
        <p:txBody>
          <a:bodyPr>
            <a:normAutofit/>
          </a:bodyPr>
          <a:lstStyle/>
          <a:p>
            <a:r>
              <a:rPr lang="ja-JP" altLang="en-US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設計書（</a:t>
            </a:r>
            <a:r>
              <a:rPr lang="en-US" altLang="ja-JP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ver.1</a:t>
            </a:r>
            <a:r>
              <a:rPr lang="ja-JP" altLang="en-US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）</a:t>
            </a:r>
            <a:br>
              <a:rPr lang="en-US" altLang="ja-JP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lang="ja-JP" altLang="en-US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プロトタイプ開発</a:t>
            </a:r>
            <a:endParaRPr kumimoji="1" lang="ja-JP" altLang="en-US" sz="20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140968"/>
            <a:ext cx="6400800" cy="432048"/>
          </a:xfrm>
        </p:spPr>
        <p:txBody>
          <a:bodyPr>
            <a:normAutofit/>
          </a:bodyPr>
          <a:lstStyle/>
          <a:p>
            <a:r>
              <a:rPr kumimoji="1" lang="ja-JP" altLang="en-US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画面遷移図 </a:t>
            </a:r>
            <a:r>
              <a:rPr kumimoji="1" lang="en-US" altLang="ja-JP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 </a:t>
            </a:r>
            <a:r>
              <a:rPr kumimoji="1" lang="ja-JP" altLang="en-US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画面仕様書</a:t>
            </a:r>
          </a:p>
        </p:txBody>
      </p:sp>
    </p:spTree>
    <p:extLst>
      <p:ext uri="{BB962C8B-B14F-4D97-AF65-F5344CB8AC3E}">
        <p14:creationId xmlns:p14="http://schemas.microsoft.com/office/powerpoint/2010/main" val="253813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07504" y="3356992"/>
            <a:ext cx="8928992" cy="30963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/>
          <p:cNvGrpSpPr/>
          <p:nvPr/>
        </p:nvGrpSpPr>
        <p:grpSpPr>
          <a:xfrm>
            <a:off x="253573" y="1129553"/>
            <a:ext cx="6334651" cy="5035751"/>
            <a:chOff x="253573" y="1129553"/>
            <a:chExt cx="6334651" cy="5035751"/>
          </a:xfrm>
        </p:grpSpPr>
        <p:sp>
          <p:nvSpPr>
            <p:cNvPr id="3" name="正方形/長方形 2"/>
            <p:cNvSpPr/>
            <p:nvPr/>
          </p:nvSpPr>
          <p:spPr>
            <a:xfrm>
              <a:off x="3707904" y="5002306"/>
              <a:ext cx="1728192" cy="11629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フリーフォーム 4"/>
            <p:cNvSpPr/>
            <p:nvPr/>
          </p:nvSpPr>
          <p:spPr>
            <a:xfrm>
              <a:off x="253573" y="1129553"/>
              <a:ext cx="6334651" cy="3872753"/>
            </a:xfrm>
            <a:custGeom>
              <a:avLst/>
              <a:gdLst>
                <a:gd name="connsiteX0" fmla="*/ 0 w 6362380"/>
                <a:gd name="connsiteY0" fmla="*/ 0 h 3872753"/>
                <a:gd name="connsiteX1" fmla="*/ 6362380 w 6362380"/>
                <a:gd name="connsiteY1" fmla="*/ 0 h 3872753"/>
                <a:gd name="connsiteX2" fmla="*/ 6362380 w 6362380"/>
                <a:gd name="connsiteY2" fmla="*/ 1183341 h 3872753"/>
                <a:gd name="connsiteX3" fmla="*/ 5202091 w 6362380"/>
                <a:gd name="connsiteY3" fmla="*/ 1183341 h 3872753"/>
                <a:gd name="connsiteX4" fmla="*/ 5202091 w 6362380"/>
                <a:gd name="connsiteY4" fmla="*/ 3872753 h 3872753"/>
                <a:gd name="connsiteX5" fmla="*/ 3457815 w 6362380"/>
                <a:gd name="connsiteY5" fmla="*/ 3872753 h 3872753"/>
                <a:gd name="connsiteX6" fmla="*/ 3457815 w 6362380"/>
                <a:gd name="connsiteY6" fmla="*/ 2750884 h 3872753"/>
                <a:gd name="connsiteX7" fmla="*/ 2927617 w 6362380"/>
                <a:gd name="connsiteY7" fmla="*/ 2750884 h 3872753"/>
                <a:gd name="connsiteX8" fmla="*/ 2113109 w 6362380"/>
                <a:gd name="connsiteY8" fmla="*/ 1936376 h 3872753"/>
                <a:gd name="connsiteX9" fmla="*/ 2113109 w 6362380"/>
                <a:gd name="connsiteY9" fmla="*/ 868296 h 3872753"/>
                <a:gd name="connsiteX10" fmla="*/ 7684 w 6362380"/>
                <a:gd name="connsiteY10" fmla="*/ 868296 h 3872753"/>
                <a:gd name="connsiteX11" fmla="*/ 0 w 6362380"/>
                <a:gd name="connsiteY11" fmla="*/ 0 h 387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62380" h="3872753">
                  <a:moveTo>
                    <a:pt x="0" y="0"/>
                  </a:moveTo>
                  <a:lnTo>
                    <a:pt x="6362380" y="0"/>
                  </a:lnTo>
                  <a:lnTo>
                    <a:pt x="6362380" y="1183341"/>
                  </a:lnTo>
                  <a:lnTo>
                    <a:pt x="5202091" y="1183341"/>
                  </a:lnTo>
                  <a:lnTo>
                    <a:pt x="5202091" y="3872753"/>
                  </a:lnTo>
                  <a:lnTo>
                    <a:pt x="3457815" y="3872753"/>
                  </a:lnTo>
                  <a:lnTo>
                    <a:pt x="3457815" y="2750884"/>
                  </a:lnTo>
                  <a:lnTo>
                    <a:pt x="2927617" y="2750884"/>
                  </a:lnTo>
                  <a:lnTo>
                    <a:pt x="2113109" y="1936376"/>
                  </a:lnTo>
                  <a:lnTo>
                    <a:pt x="2113109" y="868296"/>
                  </a:lnTo>
                  <a:lnTo>
                    <a:pt x="7684" y="868296"/>
                  </a:lnTo>
                  <a:cubicBezTo>
                    <a:pt x="5123" y="578864"/>
                    <a:pt x="2561" y="289432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728174"/>
              </p:ext>
            </p:extLst>
          </p:nvPr>
        </p:nvGraphicFramePr>
        <p:xfrm>
          <a:off x="251520" y="260648"/>
          <a:ext cx="8568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正方形/長方形 9"/>
          <p:cNvSpPr/>
          <p:nvPr/>
        </p:nvSpPr>
        <p:spPr>
          <a:xfrm>
            <a:off x="395536" y="1196752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トップ</a:t>
            </a:r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画面</a:t>
            </a: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8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index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629261" y="1196752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ログイン画面</a:t>
            </a:r>
            <a:endParaRPr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8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Login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7236296" y="4122812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得意先削除</a:t>
            </a: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CustomerDelete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490102" y="4122812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得意先更新</a:t>
            </a: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CustomerUpdate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3743908" y="4122812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得意先検索</a:t>
            </a:r>
            <a:endParaRPr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CustomerSearch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1997714" y="4122812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得意先登録</a:t>
            </a: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CustomerRegist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51520" y="4122812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得意先一覧</a:t>
            </a: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CustomerList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2629261" y="2462808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得意先管理</a:t>
            </a:r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メニュー</a:t>
            </a: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CustomerManagement</a:t>
            </a:r>
            <a:r>
              <a:rPr kumimoji="1"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Menu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6516216" y="2462808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得意先別集計</a:t>
            </a:r>
            <a:endParaRPr kumimoji="1" lang="ja-JP" altLang="en-US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7236296" y="5373216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得意先削除</a:t>
            </a:r>
            <a:endParaRPr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CustomerDeleteResult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5490102" y="5373216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得意先更新</a:t>
            </a: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CustomerUpdateResult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3743908" y="5373216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検索結果</a:t>
            </a:r>
            <a:r>
              <a:rPr kumimoji="1"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CustomerSearchResult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1997714" y="5373216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登録結果</a:t>
            </a:r>
            <a:endParaRPr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CustomerRegistResult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cxnSp>
        <p:nvCxnSpPr>
          <p:cNvPr id="36" name="直線矢印コネクタ 35"/>
          <p:cNvCxnSpPr>
            <a:stCxn id="15" idx="2"/>
            <a:endCxn id="22" idx="0"/>
          </p:cNvCxnSpPr>
          <p:nvPr/>
        </p:nvCxnSpPr>
        <p:spPr>
          <a:xfrm>
            <a:off x="2825806" y="4842892"/>
            <a:ext cx="0" cy="530324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矢印コネクタ 36"/>
          <p:cNvCxnSpPr>
            <a:stCxn id="14" idx="2"/>
            <a:endCxn id="21" idx="0"/>
          </p:cNvCxnSpPr>
          <p:nvPr/>
        </p:nvCxnSpPr>
        <p:spPr>
          <a:xfrm>
            <a:off x="4572000" y="4842892"/>
            <a:ext cx="0" cy="530324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>
            <a:stCxn id="13" idx="2"/>
            <a:endCxn id="20" idx="0"/>
          </p:cNvCxnSpPr>
          <p:nvPr/>
        </p:nvCxnSpPr>
        <p:spPr>
          <a:xfrm>
            <a:off x="6318194" y="4842892"/>
            <a:ext cx="0" cy="530324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矢印コネクタ 38"/>
          <p:cNvCxnSpPr>
            <a:stCxn id="12" idx="2"/>
            <a:endCxn id="19" idx="0"/>
          </p:cNvCxnSpPr>
          <p:nvPr/>
        </p:nvCxnSpPr>
        <p:spPr>
          <a:xfrm>
            <a:off x="8064388" y="4842892"/>
            <a:ext cx="0" cy="530324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>
            <a:stCxn id="90" idx="1"/>
            <a:endCxn id="11" idx="3"/>
          </p:cNvCxnSpPr>
          <p:nvPr/>
        </p:nvCxnSpPr>
        <p:spPr>
          <a:xfrm flipH="1">
            <a:off x="4285445" y="1556791"/>
            <a:ext cx="574587" cy="1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>
            <a:stCxn id="10" idx="3"/>
            <a:endCxn id="11" idx="1"/>
          </p:cNvCxnSpPr>
          <p:nvPr/>
        </p:nvCxnSpPr>
        <p:spPr>
          <a:xfrm>
            <a:off x="2051720" y="1556792"/>
            <a:ext cx="577541" cy="0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カギ線コネクタ 52"/>
          <p:cNvCxnSpPr>
            <a:stCxn id="17" idx="2"/>
            <a:endCxn id="12" idx="0"/>
          </p:cNvCxnSpPr>
          <p:nvPr/>
        </p:nvCxnSpPr>
        <p:spPr>
          <a:xfrm rot="16200000" flipH="1">
            <a:off x="5290908" y="1349332"/>
            <a:ext cx="939924" cy="4607035"/>
          </a:xfrm>
          <a:prstGeom prst="bentConnector3">
            <a:avLst>
              <a:gd name="adj1" fmla="val 50000"/>
            </a:avLst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カギ線コネクタ 57"/>
          <p:cNvCxnSpPr>
            <a:stCxn id="17" idx="2"/>
            <a:endCxn id="16" idx="0"/>
          </p:cNvCxnSpPr>
          <p:nvPr/>
        </p:nvCxnSpPr>
        <p:spPr>
          <a:xfrm rot="5400000">
            <a:off x="1798521" y="2463980"/>
            <a:ext cx="939924" cy="2377741"/>
          </a:xfrm>
          <a:prstGeom prst="bentConnector3">
            <a:avLst>
              <a:gd name="adj1" fmla="val 50000"/>
            </a:avLst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カギ線コネクタ 60"/>
          <p:cNvCxnSpPr>
            <a:stCxn id="17" idx="2"/>
            <a:endCxn id="15" idx="0"/>
          </p:cNvCxnSpPr>
          <p:nvPr/>
        </p:nvCxnSpPr>
        <p:spPr>
          <a:xfrm rot="5400000">
            <a:off x="2671618" y="3337077"/>
            <a:ext cx="939924" cy="631547"/>
          </a:xfrm>
          <a:prstGeom prst="bentConnector3">
            <a:avLst>
              <a:gd name="adj1" fmla="val 50000"/>
            </a:avLst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カギ線コネクタ 63"/>
          <p:cNvCxnSpPr>
            <a:stCxn id="17" idx="2"/>
            <a:endCxn id="14" idx="0"/>
          </p:cNvCxnSpPr>
          <p:nvPr/>
        </p:nvCxnSpPr>
        <p:spPr>
          <a:xfrm rot="16200000" flipH="1">
            <a:off x="3544714" y="3095526"/>
            <a:ext cx="939924" cy="1114647"/>
          </a:xfrm>
          <a:prstGeom prst="bentConnector3">
            <a:avLst>
              <a:gd name="adj1" fmla="val 50000"/>
            </a:avLst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カギ線コネクタ 66"/>
          <p:cNvCxnSpPr>
            <a:stCxn id="17" idx="2"/>
            <a:endCxn id="13" idx="0"/>
          </p:cNvCxnSpPr>
          <p:nvPr/>
        </p:nvCxnSpPr>
        <p:spPr>
          <a:xfrm rot="16200000" flipH="1">
            <a:off x="4417811" y="2222429"/>
            <a:ext cx="939924" cy="2860841"/>
          </a:xfrm>
          <a:prstGeom prst="bentConnector3">
            <a:avLst>
              <a:gd name="adj1" fmla="val 50000"/>
            </a:avLst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カギ線コネクタ 69"/>
          <p:cNvCxnSpPr>
            <a:stCxn id="90" idx="2"/>
            <a:endCxn id="18" idx="0"/>
          </p:cNvCxnSpPr>
          <p:nvPr/>
        </p:nvCxnSpPr>
        <p:spPr>
          <a:xfrm rot="16200000" flipH="1">
            <a:off x="6243228" y="1361727"/>
            <a:ext cx="545977" cy="165618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正方形/長方形 89"/>
          <p:cNvSpPr/>
          <p:nvPr/>
        </p:nvSpPr>
        <p:spPr>
          <a:xfrm>
            <a:off x="4860032" y="1196751"/>
            <a:ext cx="1656184" cy="72008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メインメニュー</a:t>
            </a: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MainMenu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cxnSp>
        <p:nvCxnSpPr>
          <p:cNvPr id="95" name="カギ線コネクタ 94"/>
          <p:cNvCxnSpPr>
            <a:stCxn id="90" idx="2"/>
            <a:endCxn id="17" idx="0"/>
          </p:cNvCxnSpPr>
          <p:nvPr/>
        </p:nvCxnSpPr>
        <p:spPr>
          <a:xfrm rot="5400000">
            <a:off x="4299751" y="1074434"/>
            <a:ext cx="545977" cy="223077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4427983" y="2708920"/>
            <a:ext cx="9721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/>
              <a:t>（１）</a:t>
            </a:r>
            <a:endParaRPr kumimoji="1" lang="en-US" altLang="ja-JP" sz="1100" b="1" dirty="0"/>
          </a:p>
          <a:p>
            <a:pPr algn="ctr"/>
            <a:r>
              <a:rPr kumimoji="1" lang="ja-JP" altLang="en-US" sz="1100" b="1" dirty="0"/>
              <a:t>プロトタイプ開発範囲</a:t>
            </a: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66556" y="5373216"/>
            <a:ext cx="9721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/>
              <a:t>（２）</a:t>
            </a:r>
            <a:endParaRPr kumimoji="1" lang="en-US" altLang="ja-JP" sz="1100" b="1" dirty="0"/>
          </a:p>
          <a:p>
            <a:pPr algn="ctr"/>
            <a:r>
              <a:rPr kumimoji="1" lang="ja-JP" altLang="en-US" sz="1100" b="1" dirty="0"/>
              <a:t>プロトタイプ開発範囲</a:t>
            </a:r>
          </a:p>
        </p:txBody>
      </p:sp>
    </p:spTree>
    <p:extLst>
      <p:ext uri="{BB962C8B-B14F-4D97-AF65-F5344CB8AC3E}">
        <p14:creationId xmlns:p14="http://schemas.microsoft.com/office/powerpoint/2010/main" val="266784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9185150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ログイン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グループ化 2"/>
          <p:cNvGrpSpPr/>
          <p:nvPr/>
        </p:nvGrpSpPr>
        <p:grpSpPr>
          <a:xfrm>
            <a:off x="323528" y="1268760"/>
            <a:ext cx="2016224" cy="1224136"/>
            <a:chOff x="1259632" y="1556792"/>
            <a:chExt cx="1080120" cy="1080120"/>
          </a:xfrm>
        </p:grpSpPr>
        <p:sp>
          <p:nvSpPr>
            <p:cNvPr id="5" name="正方形/長方形 4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ndex.html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Index()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grpSp>
        <p:nvGrpSpPr>
          <p:cNvPr id="7" name="グループ化 6"/>
          <p:cNvGrpSpPr/>
          <p:nvPr/>
        </p:nvGrpSpPr>
        <p:grpSpPr>
          <a:xfrm>
            <a:off x="2843808" y="1268760"/>
            <a:ext cx="2016224" cy="1224136"/>
            <a:chOff x="1259632" y="1556792"/>
            <a:chExt cx="1080120" cy="1080120"/>
          </a:xfrm>
        </p:grpSpPr>
        <p:sp>
          <p:nvSpPr>
            <p:cNvPr id="8" name="正方形/長方形 7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Login.html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login()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3" name="直線矢印コネクタ 12"/>
          <p:cNvCxnSpPr>
            <a:stCxn id="6" idx="3"/>
            <a:endCxn id="9" idx="1"/>
          </p:cNvCxnSpPr>
          <p:nvPr/>
        </p:nvCxnSpPr>
        <p:spPr>
          <a:xfrm>
            <a:off x="2339752" y="2084851"/>
            <a:ext cx="504056" cy="0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>
            <a:stCxn id="20" idx="1"/>
            <a:endCxn id="9" idx="2"/>
          </p:cNvCxnSpPr>
          <p:nvPr/>
        </p:nvCxnSpPr>
        <p:spPr>
          <a:xfrm flipV="1">
            <a:off x="3851920" y="2492896"/>
            <a:ext cx="0" cy="288032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フローチャート : 磁気ディスク 19"/>
          <p:cNvSpPr/>
          <p:nvPr/>
        </p:nvSpPr>
        <p:spPr>
          <a:xfrm>
            <a:off x="2843808" y="2780928"/>
            <a:ext cx="2016224" cy="936104"/>
          </a:xfrm>
          <a:prstGeom prst="flowChartMagneticDisk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P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SYSDB</a:t>
            </a:r>
          </a:p>
          <a:p>
            <a:pPr algn="ctr"/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Employee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grpSp>
        <p:nvGrpSpPr>
          <p:cNvPr id="23" name="グループ化 22"/>
          <p:cNvGrpSpPr/>
          <p:nvPr/>
        </p:nvGrpSpPr>
        <p:grpSpPr>
          <a:xfrm>
            <a:off x="6300192" y="1268760"/>
            <a:ext cx="2016224" cy="1224136"/>
            <a:chOff x="1259632" y="1556792"/>
            <a:chExt cx="1080120" cy="1080120"/>
          </a:xfrm>
        </p:grpSpPr>
        <p:sp>
          <p:nvSpPr>
            <p:cNvPr id="24" name="正方形/長方形 23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MaineMenu</a:t>
              </a:r>
              <a:r>
                <a:rPr kumimoji="1"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MainMenu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26" name="直線矢印コネクタ 25"/>
          <p:cNvCxnSpPr>
            <a:stCxn id="9" idx="3"/>
            <a:endCxn id="25" idx="1"/>
          </p:cNvCxnSpPr>
          <p:nvPr/>
        </p:nvCxnSpPr>
        <p:spPr>
          <a:xfrm>
            <a:off x="4860032" y="2084851"/>
            <a:ext cx="1440160" cy="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グループ化 16"/>
          <p:cNvGrpSpPr/>
          <p:nvPr/>
        </p:nvGrpSpPr>
        <p:grpSpPr>
          <a:xfrm>
            <a:off x="323528" y="4221088"/>
            <a:ext cx="2016224" cy="1224136"/>
            <a:chOff x="1259632" y="1556792"/>
            <a:chExt cx="1080120" cy="1080120"/>
          </a:xfrm>
        </p:grpSpPr>
        <p:sp>
          <p:nvSpPr>
            <p:cNvPr id="18" name="正方形/長方形 17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ndex.html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19" name="正方形/長方形 18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Index()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grpSp>
        <p:nvGrpSpPr>
          <p:cNvPr id="21" name="グループ化 20"/>
          <p:cNvGrpSpPr/>
          <p:nvPr/>
        </p:nvGrpSpPr>
        <p:grpSpPr>
          <a:xfrm>
            <a:off x="2843808" y="4221088"/>
            <a:ext cx="2016224" cy="1224136"/>
            <a:chOff x="1259632" y="1556792"/>
            <a:chExt cx="1080120" cy="1080120"/>
          </a:xfrm>
        </p:grpSpPr>
        <p:sp>
          <p:nvSpPr>
            <p:cNvPr id="22" name="正方形/長方形 21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Login.html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login()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28" name="直線矢印コネクタ 27"/>
          <p:cNvCxnSpPr>
            <a:stCxn id="19" idx="3"/>
            <a:endCxn id="27" idx="1"/>
          </p:cNvCxnSpPr>
          <p:nvPr/>
        </p:nvCxnSpPr>
        <p:spPr>
          <a:xfrm>
            <a:off x="2339752" y="5037179"/>
            <a:ext cx="504056" cy="0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>
            <a:stCxn id="31" idx="1"/>
            <a:endCxn id="27" idx="2"/>
          </p:cNvCxnSpPr>
          <p:nvPr/>
        </p:nvCxnSpPr>
        <p:spPr>
          <a:xfrm flipV="1">
            <a:off x="3851920" y="5445224"/>
            <a:ext cx="0" cy="288032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フローチャート : 磁気ディスク 30"/>
          <p:cNvSpPr/>
          <p:nvPr/>
        </p:nvSpPr>
        <p:spPr>
          <a:xfrm>
            <a:off x="2843808" y="5733256"/>
            <a:ext cx="2016224" cy="936104"/>
          </a:xfrm>
          <a:prstGeom prst="flowChartMagneticDisk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P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SYSDB</a:t>
            </a:r>
          </a:p>
          <a:p>
            <a:pPr algn="ctr"/>
            <a:endParaRPr lang="en-US" altLang="ja-JP" sz="9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Employee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23528" y="1053316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ログイン成功</a:t>
            </a: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323528" y="3999627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ログイン失敗</a:t>
            </a:r>
          </a:p>
        </p:txBody>
      </p:sp>
      <p:cxnSp>
        <p:nvCxnSpPr>
          <p:cNvPr id="33" name="カギ線コネクタ 32"/>
          <p:cNvCxnSpPr>
            <a:stCxn id="27" idx="3"/>
            <a:endCxn id="22" idx="3"/>
          </p:cNvCxnSpPr>
          <p:nvPr/>
        </p:nvCxnSpPr>
        <p:spPr>
          <a:xfrm flipV="1">
            <a:off x="4860032" y="4425111"/>
            <a:ext cx="12700" cy="612068"/>
          </a:xfrm>
          <a:prstGeom prst="bentConnector3">
            <a:avLst>
              <a:gd name="adj1" fmla="val 3525000"/>
            </a:avLst>
          </a:prstGeom>
          <a:ln w="31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テキスト ボックス 34"/>
          <p:cNvSpPr txBox="1"/>
          <p:nvPr/>
        </p:nvSpPr>
        <p:spPr>
          <a:xfrm>
            <a:off x="5364088" y="4731145"/>
            <a:ext cx="9060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Message.error</a:t>
            </a:r>
            <a:endParaRPr kumimoji="1" lang="ja-JP" altLang="en-US" sz="8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237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235409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得意先管理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グループ化 2"/>
          <p:cNvGrpSpPr/>
          <p:nvPr/>
        </p:nvGrpSpPr>
        <p:grpSpPr>
          <a:xfrm>
            <a:off x="467544" y="1340016"/>
            <a:ext cx="2016224" cy="1224136"/>
            <a:chOff x="1259632" y="1556792"/>
            <a:chExt cx="1080120" cy="1080120"/>
          </a:xfrm>
        </p:grpSpPr>
        <p:sp>
          <p:nvSpPr>
            <p:cNvPr id="5" name="正方形/長方形 4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MaineMenu</a:t>
              </a:r>
              <a:r>
                <a:rPr kumimoji="1"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MainMenu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3" name="直線矢印コネクタ 12"/>
          <p:cNvCxnSpPr>
            <a:stCxn id="6" idx="3"/>
            <a:endCxn id="17" idx="1"/>
          </p:cNvCxnSpPr>
          <p:nvPr/>
        </p:nvCxnSpPr>
        <p:spPr>
          <a:xfrm>
            <a:off x="2483768" y="2156107"/>
            <a:ext cx="1584176" cy="752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グループ化 14"/>
          <p:cNvGrpSpPr/>
          <p:nvPr/>
        </p:nvGrpSpPr>
        <p:grpSpPr>
          <a:xfrm>
            <a:off x="4067944" y="1340768"/>
            <a:ext cx="2520280" cy="1224136"/>
            <a:chOff x="1259632" y="1556792"/>
            <a:chExt cx="1080120" cy="1080120"/>
          </a:xfrm>
        </p:grpSpPr>
        <p:sp>
          <p:nvSpPr>
            <p:cNvPr id="16" name="正方形/長方形 15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CustomerManagementMenu.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237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1408906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得意先一覧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グループ化 2"/>
          <p:cNvGrpSpPr/>
          <p:nvPr/>
        </p:nvGrpSpPr>
        <p:grpSpPr>
          <a:xfrm>
            <a:off x="323528" y="1448780"/>
            <a:ext cx="2520280" cy="1224136"/>
            <a:chOff x="1259632" y="1556792"/>
            <a:chExt cx="1080120" cy="1080120"/>
          </a:xfrm>
        </p:grpSpPr>
        <p:sp>
          <p:nvSpPr>
            <p:cNvPr id="5" name="正方形/長方形 4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CustomerManagementMenu.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grpSp>
        <p:nvGrpSpPr>
          <p:cNvPr id="7" name="グループ化 6"/>
          <p:cNvGrpSpPr/>
          <p:nvPr/>
        </p:nvGrpSpPr>
        <p:grpSpPr>
          <a:xfrm>
            <a:off x="4139952" y="1448780"/>
            <a:ext cx="2016224" cy="1224136"/>
            <a:chOff x="1259632" y="1556792"/>
            <a:chExt cx="1080120" cy="1080120"/>
          </a:xfrm>
        </p:grpSpPr>
        <p:sp>
          <p:nvSpPr>
            <p:cNvPr id="8" name="正方形/長方形 7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CustomerList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CustomerList</a:t>
              </a:r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3" name="直線矢印コネクタ 12"/>
          <p:cNvCxnSpPr>
            <a:stCxn id="6" idx="3"/>
            <a:endCxn id="9" idx="1"/>
          </p:cNvCxnSpPr>
          <p:nvPr/>
        </p:nvCxnSpPr>
        <p:spPr>
          <a:xfrm>
            <a:off x="2843808" y="2264871"/>
            <a:ext cx="1296144" cy="0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>
            <a:stCxn id="2" idx="1"/>
            <a:endCxn id="9" idx="2"/>
          </p:cNvCxnSpPr>
          <p:nvPr/>
        </p:nvCxnSpPr>
        <p:spPr>
          <a:xfrm flipV="1">
            <a:off x="5148064" y="2672916"/>
            <a:ext cx="0" cy="828092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フローチャート : 磁気ディスク 1"/>
          <p:cNvSpPr/>
          <p:nvPr/>
        </p:nvSpPr>
        <p:spPr>
          <a:xfrm>
            <a:off x="4139952" y="3501008"/>
            <a:ext cx="2016224" cy="936104"/>
          </a:xfrm>
          <a:prstGeom prst="flowChartMagneticDisk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P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SYSDB</a:t>
            </a:r>
          </a:p>
          <a:p>
            <a:pPr algn="ctr"/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6588224" y="1556792"/>
            <a:ext cx="1944216" cy="108012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データがある場合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一覧のパラメーターを返す。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endParaRPr kumimoji="1"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データがない場合</a:t>
            </a:r>
            <a:endParaRPr kumimoji="1"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r>
              <a:rPr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message.error</a:t>
            </a:r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を返す。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cxnSp>
        <p:nvCxnSpPr>
          <p:cNvPr id="16" name="カギ線コネクタ 15"/>
          <p:cNvCxnSpPr>
            <a:stCxn id="9" idx="3"/>
            <a:endCxn id="8" idx="3"/>
          </p:cNvCxnSpPr>
          <p:nvPr/>
        </p:nvCxnSpPr>
        <p:spPr>
          <a:xfrm flipV="1">
            <a:off x="6156176" y="1652803"/>
            <a:ext cx="12700" cy="612068"/>
          </a:xfrm>
          <a:prstGeom prst="bentConnector3">
            <a:avLst>
              <a:gd name="adj1" fmla="val 3150000"/>
            </a:avLst>
          </a:prstGeom>
          <a:ln w="31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/>
          <p:cNvSpPr/>
          <p:nvPr/>
        </p:nvSpPr>
        <p:spPr>
          <a:xfrm>
            <a:off x="5220072" y="2761878"/>
            <a:ext cx="1103424" cy="30708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objects.all</a:t>
            </a:r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()</a:t>
            </a:r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2375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995553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得意先登録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グループ化 6"/>
          <p:cNvGrpSpPr/>
          <p:nvPr/>
        </p:nvGrpSpPr>
        <p:grpSpPr>
          <a:xfrm>
            <a:off x="503548" y="2852936"/>
            <a:ext cx="2016224" cy="1224136"/>
            <a:chOff x="1259632" y="1556792"/>
            <a:chExt cx="1080120" cy="1080120"/>
          </a:xfrm>
        </p:grpSpPr>
        <p:sp>
          <p:nvSpPr>
            <p:cNvPr id="8" name="正方形/長方形 7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CustomerRegist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CustomerRegist</a:t>
              </a:r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0" name="直線矢印コネクタ 9"/>
          <p:cNvCxnSpPr>
            <a:stCxn id="37" idx="2"/>
            <a:endCxn id="8" idx="0"/>
          </p:cNvCxnSpPr>
          <p:nvPr/>
        </p:nvCxnSpPr>
        <p:spPr>
          <a:xfrm>
            <a:off x="1511660" y="2348880"/>
            <a:ext cx="0" cy="504056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>
            <a:stCxn id="12" idx="1"/>
            <a:endCxn id="9" idx="2"/>
          </p:cNvCxnSpPr>
          <p:nvPr/>
        </p:nvCxnSpPr>
        <p:spPr>
          <a:xfrm flipH="1" flipV="1">
            <a:off x="1511660" y="4077072"/>
            <a:ext cx="8862" cy="576064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フローチャート : 磁気ディスク 11"/>
          <p:cNvSpPr/>
          <p:nvPr/>
        </p:nvSpPr>
        <p:spPr>
          <a:xfrm>
            <a:off x="512410" y="4653136"/>
            <a:ext cx="2016224" cy="936104"/>
          </a:xfrm>
          <a:prstGeom prst="flowChartMagneticDisk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P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SYSDB</a:t>
            </a:r>
          </a:p>
          <a:p>
            <a:pPr algn="ctr"/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2982202" y="3040930"/>
            <a:ext cx="2309877" cy="86409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登録成功の場合、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 </a:t>
            </a:r>
            <a:r>
              <a:rPr kumimoji="1"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message.success</a:t>
            </a:r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を返す。</a:t>
            </a:r>
            <a:endParaRPr kumimoji="1"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登録失敗</a:t>
            </a:r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の場合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 </a:t>
            </a:r>
            <a:r>
              <a:rPr kumimoji="1"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message.error</a:t>
            </a:r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を返す。</a:t>
            </a:r>
          </a:p>
        </p:txBody>
      </p:sp>
      <p:grpSp>
        <p:nvGrpSpPr>
          <p:cNvPr id="35" name="グループ化 34"/>
          <p:cNvGrpSpPr/>
          <p:nvPr/>
        </p:nvGrpSpPr>
        <p:grpSpPr>
          <a:xfrm>
            <a:off x="251520" y="1124744"/>
            <a:ext cx="2520280" cy="1224136"/>
            <a:chOff x="1259632" y="1556792"/>
            <a:chExt cx="1080120" cy="1080120"/>
          </a:xfrm>
        </p:grpSpPr>
        <p:sp>
          <p:nvSpPr>
            <p:cNvPr id="36" name="正方形/長方形 35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CustomerManagementMenu.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sp>
        <p:nvSpPr>
          <p:cNvPr id="23" name="正方形/長方形 22"/>
          <p:cNvSpPr/>
          <p:nvPr/>
        </p:nvSpPr>
        <p:spPr>
          <a:xfrm>
            <a:off x="1619672" y="4149080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save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()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2649322" y="2824906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戻る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grpSp>
        <p:nvGrpSpPr>
          <p:cNvPr id="20" name="グループ化 19"/>
          <p:cNvGrpSpPr/>
          <p:nvPr/>
        </p:nvGrpSpPr>
        <p:grpSpPr>
          <a:xfrm>
            <a:off x="2528634" y="3104964"/>
            <a:ext cx="432048" cy="720080"/>
            <a:chOff x="4572000" y="1772816"/>
            <a:chExt cx="432048" cy="720080"/>
          </a:xfrm>
        </p:grpSpPr>
        <p:cxnSp>
          <p:nvCxnSpPr>
            <p:cNvPr id="21" name="直線矢印コネクタ 20"/>
            <p:cNvCxnSpPr/>
            <p:nvPr/>
          </p:nvCxnSpPr>
          <p:spPr>
            <a:xfrm flipH="1">
              <a:off x="4572000" y="1772816"/>
              <a:ext cx="432048" cy="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コネクタ 21"/>
            <p:cNvCxnSpPr/>
            <p:nvPr/>
          </p:nvCxnSpPr>
          <p:spPr>
            <a:xfrm>
              <a:off x="4572000" y="2492896"/>
              <a:ext cx="432048" cy="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V="1">
              <a:off x="5004048" y="1772816"/>
              <a:ext cx="0" cy="72008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237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333972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得意先検索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グループ化 6"/>
          <p:cNvGrpSpPr/>
          <p:nvPr/>
        </p:nvGrpSpPr>
        <p:grpSpPr>
          <a:xfrm>
            <a:off x="503548" y="2900189"/>
            <a:ext cx="2016224" cy="1836203"/>
            <a:chOff x="1259632" y="1556792"/>
            <a:chExt cx="1080120" cy="1620179"/>
          </a:xfrm>
        </p:grpSpPr>
        <p:sp>
          <p:nvSpPr>
            <p:cNvPr id="8" name="正方形/長方形 7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CustomerSearch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1259632" y="1916831"/>
              <a:ext cx="1080120" cy="12601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CustomerSearch</a:t>
              </a:r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0" name="直線矢印コネクタ 9"/>
          <p:cNvCxnSpPr>
            <a:stCxn id="41" idx="2"/>
            <a:endCxn id="8" idx="0"/>
          </p:cNvCxnSpPr>
          <p:nvPr/>
        </p:nvCxnSpPr>
        <p:spPr>
          <a:xfrm>
            <a:off x="1511660" y="2348880"/>
            <a:ext cx="0" cy="551309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>
            <a:stCxn id="12" idx="1"/>
            <a:endCxn id="9" idx="2"/>
          </p:cNvCxnSpPr>
          <p:nvPr/>
        </p:nvCxnSpPr>
        <p:spPr>
          <a:xfrm flipV="1">
            <a:off x="1511660" y="4736392"/>
            <a:ext cx="0" cy="1032868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フローチャート : 磁気ディスク 11"/>
          <p:cNvSpPr/>
          <p:nvPr/>
        </p:nvSpPr>
        <p:spPr>
          <a:xfrm>
            <a:off x="503548" y="5769260"/>
            <a:ext cx="2016224" cy="972108"/>
          </a:xfrm>
          <a:prstGeom prst="flowChartMagneticDisk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P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SYSDB</a:t>
            </a:r>
          </a:p>
          <a:p>
            <a:pPr algn="ctr"/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grpSp>
        <p:nvGrpSpPr>
          <p:cNvPr id="39" name="グループ化 38"/>
          <p:cNvGrpSpPr/>
          <p:nvPr/>
        </p:nvGrpSpPr>
        <p:grpSpPr>
          <a:xfrm>
            <a:off x="251520" y="1124744"/>
            <a:ext cx="2520280" cy="1224136"/>
            <a:chOff x="1259632" y="1556792"/>
            <a:chExt cx="1080120" cy="1080120"/>
          </a:xfrm>
        </p:grpSpPr>
        <p:sp>
          <p:nvSpPr>
            <p:cNvPr id="40" name="正方形/長方形 39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CustomerManagementMenu.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grpSp>
        <p:nvGrpSpPr>
          <p:cNvPr id="46" name="グループ化 45"/>
          <p:cNvGrpSpPr/>
          <p:nvPr/>
        </p:nvGrpSpPr>
        <p:grpSpPr>
          <a:xfrm>
            <a:off x="2519772" y="3429000"/>
            <a:ext cx="432048" cy="720080"/>
            <a:chOff x="4572000" y="1772816"/>
            <a:chExt cx="432048" cy="720080"/>
          </a:xfrm>
        </p:grpSpPr>
        <p:cxnSp>
          <p:nvCxnSpPr>
            <p:cNvPr id="38" name="直線矢印コネクタ 37"/>
            <p:cNvCxnSpPr/>
            <p:nvPr/>
          </p:nvCxnSpPr>
          <p:spPr>
            <a:xfrm flipH="1">
              <a:off x="4572000" y="1772816"/>
              <a:ext cx="432048" cy="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>
              <a:off x="4572000" y="2492896"/>
              <a:ext cx="432048" cy="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コネクタ 42"/>
            <p:cNvCxnSpPr/>
            <p:nvPr/>
          </p:nvCxnSpPr>
          <p:spPr>
            <a:xfrm flipV="1">
              <a:off x="5004048" y="1772816"/>
              <a:ext cx="0" cy="72008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正方形/長方形 50"/>
          <p:cNvSpPr/>
          <p:nvPr/>
        </p:nvSpPr>
        <p:spPr>
          <a:xfrm>
            <a:off x="2987824" y="3284984"/>
            <a:ext cx="1638182" cy="8280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検索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取得パラメータを返す</a:t>
            </a:r>
            <a:endParaRPr kumimoji="1"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検索失敗の場合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  </a:t>
            </a:r>
            <a:r>
              <a:rPr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message.error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56" name="正方形/長方形 55"/>
          <p:cNvSpPr/>
          <p:nvPr/>
        </p:nvSpPr>
        <p:spPr>
          <a:xfrm>
            <a:off x="1687724" y="5093568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g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et()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661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6223924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得意先更新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グループ化 6"/>
          <p:cNvGrpSpPr/>
          <p:nvPr/>
        </p:nvGrpSpPr>
        <p:grpSpPr>
          <a:xfrm>
            <a:off x="503548" y="2900189"/>
            <a:ext cx="2016224" cy="1836203"/>
            <a:chOff x="1259632" y="1556792"/>
            <a:chExt cx="1080120" cy="1620179"/>
          </a:xfrm>
        </p:grpSpPr>
        <p:sp>
          <p:nvSpPr>
            <p:cNvPr id="8" name="正方形/長方形 7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CustomerUpdate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1259632" y="1916831"/>
              <a:ext cx="1080120" cy="12601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CustomerUpdate</a:t>
              </a:r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0" name="直線矢印コネクタ 9"/>
          <p:cNvCxnSpPr>
            <a:stCxn id="41" idx="2"/>
            <a:endCxn id="8" idx="0"/>
          </p:cNvCxnSpPr>
          <p:nvPr/>
        </p:nvCxnSpPr>
        <p:spPr>
          <a:xfrm>
            <a:off x="1511660" y="2348880"/>
            <a:ext cx="0" cy="551309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>
            <a:stCxn id="12" idx="1"/>
            <a:endCxn id="9" idx="2"/>
          </p:cNvCxnSpPr>
          <p:nvPr/>
        </p:nvCxnSpPr>
        <p:spPr>
          <a:xfrm flipV="1">
            <a:off x="1511660" y="4736392"/>
            <a:ext cx="0" cy="1032868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フローチャート : 磁気ディスク 11"/>
          <p:cNvSpPr/>
          <p:nvPr/>
        </p:nvSpPr>
        <p:spPr>
          <a:xfrm>
            <a:off x="503548" y="5769260"/>
            <a:ext cx="2016224" cy="972108"/>
          </a:xfrm>
          <a:prstGeom prst="flowChartMagneticDisk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P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SYSDB</a:t>
            </a:r>
          </a:p>
          <a:p>
            <a:pPr algn="ctr"/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grpSp>
        <p:nvGrpSpPr>
          <p:cNvPr id="13" name="グループ化 12"/>
          <p:cNvGrpSpPr/>
          <p:nvPr/>
        </p:nvGrpSpPr>
        <p:grpSpPr>
          <a:xfrm>
            <a:off x="6228184" y="3645024"/>
            <a:ext cx="2016224" cy="1224136"/>
            <a:chOff x="1259632" y="1556792"/>
            <a:chExt cx="1080120" cy="1080120"/>
          </a:xfrm>
        </p:grpSpPr>
        <p:sp>
          <p:nvSpPr>
            <p:cNvPr id="14" name="正方形/長方形 13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CustomerUpdateResult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CustomerUpdateResult</a:t>
              </a:r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6" name="直線矢印コネクタ 15"/>
          <p:cNvCxnSpPr/>
          <p:nvPr/>
        </p:nvCxnSpPr>
        <p:spPr>
          <a:xfrm flipV="1">
            <a:off x="2519772" y="4509121"/>
            <a:ext cx="3708412" cy="1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正方形/長方形 18"/>
          <p:cNvSpPr/>
          <p:nvPr/>
        </p:nvSpPr>
        <p:spPr>
          <a:xfrm>
            <a:off x="5652120" y="5216630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g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et()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6732240" y="4941168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save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()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cxnSp>
        <p:nvCxnSpPr>
          <p:cNvPr id="29" name="カギ線コネクタ 28"/>
          <p:cNvCxnSpPr>
            <a:stCxn id="14" idx="0"/>
            <a:endCxn id="8" idx="3"/>
          </p:cNvCxnSpPr>
          <p:nvPr/>
        </p:nvCxnSpPr>
        <p:spPr>
          <a:xfrm rot="16200000" flipV="1">
            <a:off x="4607628" y="1016356"/>
            <a:ext cx="540812" cy="4716524"/>
          </a:xfrm>
          <a:prstGeom prst="bentConnector2">
            <a:avLst/>
          </a:prstGeom>
          <a:ln w="31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9" name="グループ化 38"/>
          <p:cNvGrpSpPr/>
          <p:nvPr/>
        </p:nvGrpSpPr>
        <p:grpSpPr>
          <a:xfrm>
            <a:off x="251520" y="1124744"/>
            <a:ext cx="2520280" cy="1224136"/>
            <a:chOff x="1259632" y="1556792"/>
            <a:chExt cx="1080120" cy="1080120"/>
          </a:xfrm>
        </p:grpSpPr>
        <p:sp>
          <p:nvSpPr>
            <p:cNvPr id="40" name="正方形/長方形 39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CustomerManagementMenu.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sp>
        <p:nvSpPr>
          <p:cNvPr id="28" name="正方形/長方形 27"/>
          <p:cNvSpPr/>
          <p:nvPr/>
        </p:nvSpPr>
        <p:spPr>
          <a:xfrm>
            <a:off x="6912260" y="2792177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戻る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4860032" y="4977172"/>
            <a:ext cx="1692188" cy="11161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更新成功の場合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r>
              <a:rPr kumimoji="1"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message.success</a:t>
            </a:r>
            <a:endParaRPr kumimoji="1"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更新後のデータを返す。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失敗の場合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  </a:t>
            </a:r>
            <a:r>
              <a:rPr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message.error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grpSp>
        <p:nvGrpSpPr>
          <p:cNvPr id="46" name="グループ化 45"/>
          <p:cNvGrpSpPr/>
          <p:nvPr/>
        </p:nvGrpSpPr>
        <p:grpSpPr>
          <a:xfrm>
            <a:off x="2519772" y="3429000"/>
            <a:ext cx="432048" cy="720080"/>
            <a:chOff x="4572000" y="1772816"/>
            <a:chExt cx="432048" cy="720080"/>
          </a:xfrm>
        </p:grpSpPr>
        <p:cxnSp>
          <p:nvCxnSpPr>
            <p:cNvPr id="38" name="直線矢印コネクタ 37"/>
            <p:cNvCxnSpPr/>
            <p:nvPr/>
          </p:nvCxnSpPr>
          <p:spPr>
            <a:xfrm flipH="1">
              <a:off x="4572000" y="1772816"/>
              <a:ext cx="432048" cy="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>
              <a:off x="4572000" y="2492896"/>
              <a:ext cx="432048" cy="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コネクタ 42"/>
            <p:cNvCxnSpPr/>
            <p:nvPr/>
          </p:nvCxnSpPr>
          <p:spPr>
            <a:xfrm flipV="1">
              <a:off x="5004048" y="1772816"/>
              <a:ext cx="0" cy="72008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正方形/長方形 50"/>
          <p:cNvSpPr/>
          <p:nvPr/>
        </p:nvSpPr>
        <p:spPr>
          <a:xfrm>
            <a:off x="2987824" y="3284984"/>
            <a:ext cx="1638182" cy="8280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検索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取得パラメータを返す</a:t>
            </a:r>
            <a:endParaRPr kumimoji="1"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検索失敗の場合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  </a:t>
            </a:r>
            <a:r>
              <a:rPr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message.error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grpSp>
        <p:nvGrpSpPr>
          <p:cNvPr id="52" name="グループ化 51"/>
          <p:cNvGrpSpPr/>
          <p:nvPr/>
        </p:nvGrpSpPr>
        <p:grpSpPr>
          <a:xfrm rot="5400000">
            <a:off x="4318322" y="3076310"/>
            <a:ext cx="1629179" cy="5214880"/>
            <a:chOff x="4572000" y="1772816"/>
            <a:chExt cx="432048" cy="720080"/>
          </a:xfrm>
        </p:grpSpPr>
        <p:cxnSp>
          <p:nvCxnSpPr>
            <p:cNvPr id="53" name="直線矢印コネクタ 52"/>
            <p:cNvCxnSpPr/>
            <p:nvPr/>
          </p:nvCxnSpPr>
          <p:spPr>
            <a:xfrm flipH="1">
              <a:off x="4572000" y="1772816"/>
              <a:ext cx="432048" cy="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V="1">
              <a:off x="5004048" y="1772816"/>
              <a:ext cx="0" cy="72008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正方形/長方形 55"/>
          <p:cNvSpPr/>
          <p:nvPr/>
        </p:nvSpPr>
        <p:spPr>
          <a:xfrm>
            <a:off x="1687724" y="5093568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g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et()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grpSp>
        <p:nvGrpSpPr>
          <p:cNvPr id="58" name="グループ化 57"/>
          <p:cNvGrpSpPr/>
          <p:nvPr/>
        </p:nvGrpSpPr>
        <p:grpSpPr>
          <a:xfrm>
            <a:off x="2510773" y="4869161"/>
            <a:ext cx="4149459" cy="1296144"/>
            <a:chOff x="4572000" y="1780208"/>
            <a:chExt cx="432048" cy="720080"/>
          </a:xfrm>
        </p:grpSpPr>
        <p:cxnSp>
          <p:nvCxnSpPr>
            <p:cNvPr id="59" name="直線矢印コネクタ 58"/>
            <p:cNvCxnSpPr/>
            <p:nvPr/>
          </p:nvCxnSpPr>
          <p:spPr>
            <a:xfrm flipH="1">
              <a:off x="4572000" y="2500288"/>
              <a:ext cx="432048" cy="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/>
            <p:cNvCxnSpPr/>
            <p:nvPr/>
          </p:nvCxnSpPr>
          <p:spPr>
            <a:xfrm flipV="1">
              <a:off x="5004048" y="1780208"/>
              <a:ext cx="0" cy="72008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正方形/長方形 60"/>
          <p:cNvSpPr/>
          <p:nvPr/>
        </p:nvSpPr>
        <p:spPr>
          <a:xfrm>
            <a:off x="7812360" y="4941168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get()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053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806129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得意先削除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グループ化 6"/>
          <p:cNvGrpSpPr/>
          <p:nvPr/>
        </p:nvGrpSpPr>
        <p:grpSpPr>
          <a:xfrm>
            <a:off x="503548" y="2828182"/>
            <a:ext cx="2016224" cy="1680938"/>
            <a:chOff x="1259632" y="1556792"/>
            <a:chExt cx="1080120" cy="1080120"/>
          </a:xfrm>
        </p:grpSpPr>
        <p:sp>
          <p:nvSpPr>
            <p:cNvPr id="8" name="正方形/長方形 7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CustomerDelete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CustomerDelete</a:t>
              </a:r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0" name="直線矢印コネクタ 9"/>
          <p:cNvCxnSpPr>
            <a:stCxn id="25" idx="2"/>
            <a:endCxn id="8" idx="0"/>
          </p:cNvCxnSpPr>
          <p:nvPr/>
        </p:nvCxnSpPr>
        <p:spPr>
          <a:xfrm>
            <a:off x="1511660" y="2348880"/>
            <a:ext cx="0" cy="479302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>
            <a:stCxn id="12" idx="1"/>
            <a:endCxn id="9" idx="2"/>
          </p:cNvCxnSpPr>
          <p:nvPr/>
        </p:nvCxnSpPr>
        <p:spPr>
          <a:xfrm flipV="1">
            <a:off x="1511660" y="4509120"/>
            <a:ext cx="0" cy="828092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フローチャート : 磁気ディスク 11"/>
          <p:cNvSpPr/>
          <p:nvPr/>
        </p:nvSpPr>
        <p:spPr>
          <a:xfrm>
            <a:off x="503548" y="5337212"/>
            <a:ext cx="2016224" cy="972108"/>
          </a:xfrm>
          <a:prstGeom prst="flowChartMagneticDisk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P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SYSDB</a:t>
            </a:r>
          </a:p>
          <a:p>
            <a:pPr algn="ctr"/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pPr algn="ctr"/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customer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grpSp>
        <p:nvGrpSpPr>
          <p:cNvPr id="13" name="グループ化 12"/>
          <p:cNvGrpSpPr/>
          <p:nvPr/>
        </p:nvGrpSpPr>
        <p:grpSpPr>
          <a:xfrm>
            <a:off x="6372200" y="3501008"/>
            <a:ext cx="2016224" cy="1224136"/>
            <a:chOff x="1259632" y="1556792"/>
            <a:chExt cx="1080120" cy="1080120"/>
          </a:xfrm>
        </p:grpSpPr>
        <p:sp>
          <p:nvSpPr>
            <p:cNvPr id="14" name="正方形/長方形 13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CustomerDeleteResult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.html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CustomerDeleteResult</a:t>
              </a:r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cxnSp>
        <p:nvCxnSpPr>
          <p:cNvPr id="16" name="直線矢印コネクタ 15"/>
          <p:cNvCxnSpPr>
            <a:endCxn id="15" idx="1"/>
          </p:cNvCxnSpPr>
          <p:nvPr/>
        </p:nvCxnSpPr>
        <p:spPr>
          <a:xfrm>
            <a:off x="2519772" y="4317099"/>
            <a:ext cx="3852428" cy="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正方形/長方形 16"/>
          <p:cNvSpPr/>
          <p:nvPr/>
        </p:nvSpPr>
        <p:spPr>
          <a:xfrm>
            <a:off x="1547664" y="4653136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g</a:t>
            </a:r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et()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7452320" y="4797152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delete()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cxnSp>
        <p:nvCxnSpPr>
          <p:cNvPr id="20" name="カギ線コネクタ 19"/>
          <p:cNvCxnSpPr>
            <a:stCxn id="14" idx="0"/>
            <a:endCxn id="8" idx="3"/>
          </p:cNvCxnSpPr>
          <p:nvPr/>
        </p:nvCxnSpPr>
        <p:spPr>
          <a:xfrm rot="16200000" flipV="1">
            <a:off x="4753708" y="874404"/>
            <a:ext cx="392669" cy="4860540"/>
          </a:xfrm>
          <a:prstGeom prst="bentConnector2">
            <a:avLst/>
          </a:prstGeom>
          <a:ln w="31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カギ線コネクタ 21"/>
          <p:cNvCxnSpPr>
            <a:stCxn id="15" idx="2"/>
            <a:endCxn id="12" idx="4"/>
          </p:cNvCxnSpPr>
          <p:nvPr/>
        </p:nvCxnSpPr>
        <p:spPr>
          <a:xfrm rot="5400000">
            <a:off x="4400981" y="2843935"/>
            <a:ext cx="1098122" cy="4860540"/>
          </a:xfrm>
          <a:prstGeom prst="bentConnector2">
            <a:avLst/>
          </a:prstGeom>
          <a:ln w="31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グループ化 22"/>
          <p:cNvGrpSpPr/>
          <p:nvPr/>
        </p:nvGrpSpPr>
        <p:grpSpPr>
          <a:xfrm>
            <a:off x="251520" y="1124744"/>
            <a:ext cx="2520280" cy="1224136"/>
            <a:chOff x="1259632" y="1556792"/>
            <a:chExt cx="1080120" cy="1080120"/>
          </a:xfrm>
        </p:grpSpPr>
        <p:sp>
          <p:nvSpPr>
            <p:cNvPr id="24" name="正方形/長方形 23"/>
            <p:cNvSpPr/>
            <p:nvPr/>
          </p:nvSpPr>
          <p:spPr>
            <a:xfrm>
              <a:off x="1259632" y="1556792"/>
              <a:ext cx="1080120" cy="36004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CustomerManagementMenu.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html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1259632" y="1916832"/>
              <a:ext cx="1080120" cy="72008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v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iews.py</a:t>
              </a:r>
            </a:p>
            <a:p>
              <a:pPr algn="ctr"/>
              <a:r>
                <a:rPr lang="en-US" altLang="ja-JP" sz="900" dirty="0" err="1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CustomerManagementMenu</a:t>
              </a:r>
              <a:r>
                <a:rPr kumimoji="1" lang="en-US" altLang="ja-JP" sz="900" dirty="0">
                  <a:latin typeface="Consolas" panose="020B0609020204030204" pitchFamily="49" charset="0"/>
                  <a:ea typeface="HG丸ｺﾞｼｯｸM-PRO" panose="020F0600000000000000" pitchFamily="50" charset="-128"/>
                </a:rPr>
                <a:t>()</a:t>
              </a:r>
              <a:endPara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endParaRPr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2519772" y="3356992"/>
            <a:ext cx="432048" cy="720080"/>
            <a:chOff x="4572000" y="1772816"/>
            <a:chExt cx="432048" cy="720080"/>
          </a:xfrm>
        </p:grpSpPr>
        <p:cxnSp>
          <p:nvCxnSpPr>
            <p:cNvPr id="32" name="直線矢印コネクタ 31"/>
            <p:cNvCxnSpPr/>
            <p:nvPr/>
          </p:nvCxnSpPr>
          <p:spPr>
            <a:xfrm flipH="1">
              <a:off x="4572000" y="1772816"/>
              <a:ext cx="432048" cy="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>
              <a:off x="4572000" y="2492896"/>
              <a:ext cx="432048" cy="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5004048" y="1772816"/>
              <a:ext cx="0" cy="720080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正方形/長方形 34"/>
          <p:cNvSpPr/>
          <p:nvPr/>
        </p:nvSpPr>
        <p:spPr>
          <a:xfrm>
            <a:off x="3005826" y="3320988"/>
            <a:ext cx="1638182" cy="8280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検索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取得パラメータを返す</a:t>
            </a:r>
            <a:endParaRPr kumimoji="1"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検索失敗の場合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  </a:t>
            </a:r>
            <a:r>
              <a:rPr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message.error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6912260" y="2792177"/>
            <a:ext cx="792088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戻る</a:t>
            </a:r>
            <a:endParaRPr kumimoji="1" lang="ja-JP" altLang="en-US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5652120" y="4797152"/>
            <a:ext cx="1476164" cy="9001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削除成功の場合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kumimoji="1"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　</a:t>
            </a:r>
            <a:r>
              <a:rPr kumimoji="1"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message.success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ja-JP" altLang="en-US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失敗の場合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  <a:p>
            <a:r>
              <a:rPr lang="en-US" altLang="ja-JP" sz="900" dirty="0">
                <a:latin typeface="Consolas" panose="020B0609020204030204" pitchFamily="49" charset="0"/>
                <a:ea typeface="HG丸ｺﾞｼｯｸM-PRO" panose="020F0600000000000000" pitchFamily="50" charset="-128"/>
              </a:rPr>
              <a:t>  </a:t>
            </a:r>
            <a:r>
              <a:rPr lang="en-US" altLang="ja-JP" sz="900" dirty="0" err="1">
                <a:latin typeface="Consolas" panose="020B0609020204030204" pitchFamily="49" charset="0"/>
                <a:ea typeface="HG丸ｺﾞｼｯｸM-PRO" panose="020F0600000000000000" pitchFamily="50" charset="-128"/>
              </a:rPr>
              <a:t>message.error</a:t>
            </a:r>
            <a:endParaRPr lang="en-US" altLang="ja-JP" sz="900" dirty="0">
              <a:latin typeface="Consolas" panose="020B0609020204030204" pitchFamily="49" charset="0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0531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9293899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トップページ画面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Index.html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763819"/>
              </p:ext>
            </p:extLst>
          </p:nvPr>
        </p:nvGraphicFramePr>
        <p:xfrm>
          <a:off x="287523" y="3861048"/>
          <a:ext cx="8568000" cy="2691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ログイン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loginButton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新規登録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※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次のステップで作成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2" y="980728"/>
            <a:ext cx="4045874" cy="27000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4466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871794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ログイン画面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Login.html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873582"/>
              </p:ext>
            </p:extLst>
          </p:nvPr>
        </p:nvGraphicFramePr>
        <p:xfrm>
          <a:off x="287523" y="3861048"/>
          <a:ext cx="8568000" cy="2691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Employee_no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Text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password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Password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8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error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“ID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またはパスワードが違います。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top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topButton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ログイン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loginButton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図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31" y="980728"/>
            <a:ext cx="4045875" cy="27000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149" y="980728"/>
            <a:ext cx="3616267" cy="241330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0531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077629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管理メニュー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MainMenu.html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264624"/>
              </p:ext>
            </p:extLst>
          </p:nvPr>
        </p:nvGraphicFramePr>
        <p:xfrm>
          <a:off x="287523" y="3861048"/>
          <a:ext cx="8568000" cy="2691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CustomerManagementMenu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得意先集計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※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次のステップで作成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980728"/>
            <a:ext cx="4045872" cy="27000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4466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5628616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9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CustomerManagementMenu.html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273431"/>
              </p:ext>
            </p:extLst>
          </p:nvPr>
        </p:nvGraphicFramePr>
        <p:xfrm>
          <a:off x="287523" y="3861048"/>
          <a:ext cx="8568000" cy="2691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得意先一覧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CustomerList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得意先検索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CustomerSearch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得意先登録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CustomerRegist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得意先削除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CustomerDelete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CustomerUpdate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管理メニュー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MainMenuButton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" name="図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23" y="985024"/>
            <a:ext cx="4039435" cy="26957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0063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845097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得意先一覧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CustomerList.html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035696"/>
              </p:ext>
            </p:extLst>
          </p:nvPr>
        </p:nvGraphicFramePr>
        <p:xfrm>
          <a:off x="287523" y="3861048"/>
          <a:ext cx="8568000" cy="2691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得意先コード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20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Customer_name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電話番号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13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Customer_telno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郵便番号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8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Customer_postalcode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住所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40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Customer_address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59" y="980728"/>
            <a:ext cx="3914201" cy="27000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4466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521215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得意先検索画面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CustomerSearch.html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729895"/>
              </p:ext>
            </p:extLst>
          </p:nvPr>
        </p:nvGraphicFramePr>
        <p:xfrm>
          <a:off x="287523" y="3861048"/>
          <a:ext cx="8568000" cy="270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得意先コード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検索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search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error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該当する得意先コードは存在しません。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戻る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back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戻る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back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（エラーメッセージ表示時）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図 7">
            <a:extLst>
              <a:ext uri="{FF2B5EF4-FFF2-40B4-BE49-F238E27FC236}">
                <a16:creationId xmlns:a16="http://schemas.microsoft.com/office/drawing/2014/main" id="{84F5126D-811B-497B-B559-B93BD7630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" y="976040"/>
            <a:ext cx="4081551" cy="26962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C37B229-5DBF-4549-9ED6-A4A611113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1" y="978898"/>
            <a:ext cx="3600400" cy="23811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7529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544455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得意先検索結果画面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CustomerSearch.html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685126"/>
              </p:ext>
            </p:extLst>
          </p:nvPr>
        </p:nvGraphicFramePr>
        <p:xfrm>
          <a:off x="287523" y="3645024"/>
          <a:ext cx="8568000" cy="3001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得意先コード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I/O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検索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search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20396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20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Customer_name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電話番号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13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Customer_telno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郵便番号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8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Customer_postalcode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住所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40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Customer_address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8AF0D729-591B-4361-B9A0-4162FD6D1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" y="980728"/>
            <a:ext cx="3782906" cy="24932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2517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937403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得意先登録画面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CustomerRegist.htm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84014"/>
              </p:ext>
            </p:extLst>
          </p:nvPr>
        </p:nvGraphicFramePr>
        <p:xfrm>
          <a:off x="287523" y="3861048"/>
          <a:ext cx="8568000" cy="270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得意先コード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20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Customer_name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電話番号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13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Customer_telno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郵便番号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8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Customer_postalcode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住所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40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Customer_address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登録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regist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図 7">
            <a:extLst>
              <a:ext uri="{FF2B5EF4-FFF2-40B4-BE49-F238E27FC236}">
                <a16:creationId xmlns:a16="http://schemas.microsoft.com/office/drawing/2014/main" id="{866F0536-D57D-45C2-BBC6-2856F20F6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" y="959722"/>
            <a:ext cx="4191586" cy="27673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6981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159801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得意先登録結果画面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CustomerRegist.html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787038"/>
              </p:ext>
            </p:extLst>
          </p:nvPr>
        </p:nvGraphicFramePr>
        <p:xfrm>
          <a:off x="287523" y="3861048"/>
          <a:ext cx="8568000" cy="270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error()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登録できませんでした。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 （入出力項目は得意先登録画面を参照）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success()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登録が完了しました。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戻る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back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図 5">
            <a:extLst>
              <a:ext uri="{FF2B5EF4-FFF2-40B4-BE49-F238E27FC236}">
                <a16:creationId xmlns:a16="http://schemas.microsoft.com/office/drawing/2014/main" id="{BF668F54-27A9-455F-B372-1D40B3CCA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980728"/>
            <a:ext cx="3752696" cy="24677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7333E58-250B-4266-A5DF-6F7D83C01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34" y="980728"/>
            <a:ext cx="4186821" cy="27626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9796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7952905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得意先削除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CustomerDelete.html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051471"/>
              </p:ext>
            </p:extLst>
          </p:nvPr>
        </p:nvGraphicFramePr>
        <p:xfrm>
          <a:off x="287523" y="3861048"/>
          <a:ext cx="8568000" cy="270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得意先コード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検索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search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FA54D603-A02F-4E73-853E-521495AC9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" y="967562"/>
            <a:ext cx="4177295" cy="27626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71095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687210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得意先削除検索結果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CustomerDelete.html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57625"/>
              </p:ext>
            </p:extLst>
          </p:nvPr>
        </p:nvGraphicFramePr>
        <p:xfrm>
          <a:off x="287523" y="3709783"/>
          <a:ext cx="8568000" cy="30792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得意先コード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20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Customer_name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電話番号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HG丸ｺﾞｼｯｸM-PRO" panose="020F0600000000000000" pitchFamily="50" charset="-128"/>
                          <a:cs typeface="+mn-cs"/>
                        </a:rPr>
                        <a:t>O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13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Customer_telno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郵便番号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HG丸ｺﾞｼｯｸM-PRO" panose="020F0600000000000000" pitchFamily="50" charset="-128"/>
                          <a:cs typeface="+mn-cs"/>
                        </a:rPr>
                        <a:t>O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8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Customer_postalcode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住所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HG丸ｺﾞｼｯｸM-PRO" panose="020F0600000000000000" pitchFamily="50" charset="-128"/>
                          <a:cs typeface="+mn-cs"/>
                        </a:rPr>
                        <a:t>O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40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Customer_address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24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削除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delete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キャンセル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cansel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error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削除できませんでした。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018720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426281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C5F2B33B-C689-49A4-96FA-B8DD15A2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" y="980728"/>
            <a:ext cx="3924437" cy="25850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C7F1420-0BD6-4469-8749-6D73486D7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1" y="993616"/>
            <a:ext cx="3744416" cy="24707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84671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693246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得意先削索結果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CustomerDeleteResult.html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501937"/>
              </p:ext>
            </p:extLst>
          </p:nvPr>
        </p:nvGraphicFramePr>
        <p:xfrm>
          <a:off x="287523" y="3861048"/>
          <a:ext cx="8568000" cy="270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success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削除しました。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戻る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back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27087345-6F53-4764-9136-1D7DD439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" y="993615"/>
            <a:ext cx="4105449" cy="27105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8971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761463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得意先更新検索画面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CustomerUpdate.html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817822"/>
              </p:ext>
            </p:extLst>
          </p:nvPr>
        </p:nvGraphicFramePr>
        <p:xfrm>
          <a:off x="287520" y="3906307"/>
          <a:ext cx="8568000" cy="2691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得意先コード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検索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search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error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該当する得意先コードは存在しません。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ログアウト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logoutButton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518685"/>
                  </a:ext>
                </a:extLst>
              </a:tr>
            </a:tbl>
          </a:graphicData>
        </a:graphic>
      </p:graphicFrame>
      <p:pic>
        <p:nvPicPr>
          <p:cNvPr id="12" name="図 11">
            <a:extLst>
              <a:ext uri="{FF2B5EF4-FFF2-40B4-BE49-F238E27FC236}">
                <a16:creationId xmlns:a16="http://schemas.microsoft.com/office/drawing/2014/main" id="{012CD798-5CA7-4CF1-9DC6-89D7AE54B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0" y="1004405"/>
            <a:ext cx="4127108" cy="27342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0238D237-6D2E-41C8-A355-FB2EF2100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003483"/>
            <a:ext cx="3534255" cy="23253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40536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5291837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得意先更新検索結果画面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CustomerUpdate.html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021353"/>
              </p:ext>
            </p:extLst>
          </p:nvPr>
        </p:nvGraphicFramePr>
        <p:xfrm>
          <a:off x="287520" y="3894633"/>
          <a:ext cx="8568000" cy="270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得意先コード</a:t>
                      </a:r>
                      <a:endParaRPr kumimoji="1" lang="en-US" altLang="ja-JP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6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HG丸ｺﾞｼｯｸM-PRO" panose="020F0600000000000000" pitchFamily="50" charset="-128"/>
                          <a:cs typeface="+mn-cs"/>
                        </a:rPr>
                        <a:t>O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20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Customer_name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電話番号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HG丸ｺﾞｼｯｸM-PRO" panose="020F0600000000000000" pitchFamily="50" charset="-128"/>
                          <a:cs typeface="+mn-cs"/>
                        </a:rPr>
                        <a:t>O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13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Customer_telno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郵便番号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HG丸ｺﾞｼｯｸM-PRO" panose="020F0600000000000000" pitchFamily="50" charset="-128"/>
                          <a:cs typeface="+mn-cs"/>
                        </a:rPr>
                        <a:t>O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8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Customer_postalcode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住所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HG丸ｺﾞｼｯｸM-PRO" panose="020F0600000000000000" pitchFamily="50" charset="-128"/>
                          <a:cs typeface="+mn-cs"/>
                        </a:rPr>
                        <a:t>O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文字列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40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Customer_address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updatel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キャンセル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cansel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518685"/>
                  </a:ext>
                </a:extLst>
              </a:tr>
            </a:tbl>
          </a:graphicData>
        </a:graphic>
      </p:graphicFrame>
      <p:pic>
        <p:nvPicPr>
          <p:cNvPr id="6" name="図 5">
            <a:extLst>
              <a:ext uri="{FF2B5EF4-FFF2-40B4-BE49-F238E27FC236}">
                <a16:creationId xmlns:a16="http://schemas.microsoft.com/office/drawing/2014/main" id="{EFB33049-76D4-4EC9-8D3C-2C5C7EAE9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0" y="1022075"/>
            <a:ext cx="4048486" cy="26713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31752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7017220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ファイル名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得意先更新結果画面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CustomerUpdateResult.html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103865"/>
              </p:ext>
            </p:extLst>
          </p:nvPr>
        </p:nvGraphicFramePr>
        <p:xfrm>
          <a:off x="287523" y="3861048"/>
          <a:ext cx="8568000" cy="2702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入出力項目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I / O</a:t>
                      </a:r>
                      <a:endParaRPr kumimoji="1" lang="ja-JP" altLang="en-US" sz="800" b="1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桁数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備考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error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更新できませんでした。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success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O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message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“</a:t>
                      </a:r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更新を完了しました。</a:t>
                      </a: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”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戻る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back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得意先管理メニュー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ボタン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dirty="0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[name] </a:t>
                      </a:r>
                      <a:r>
                        <a:rPr kumimoji="1" lang="en-US" altLang="ja-JP" sz="800" dirty="0" err="1"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CustomerMnagementMenuButton</a:t>
                      </a:r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latin typeface="Consolas" panose="020B0609020204030204" pitchFamily="49" charset="0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98019F33-42E5-4541-9037-7C9DF5E9A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" y="999685"/>
            <a:ext cx="4087908" cy="27020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5C2DC20-9809-48FE-B79B-BE559622E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996057"/>
            <a:ext cx="3693535" cy="24329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75000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718216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HG丸ｺﾞｼｯｸM-PRO" panose="020F0600000000000000" pitchFamily="50" charset="-128"/>
                        </a:rPr>
                        <a:t>画面仕様書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531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7376667"/>
              </p:ext>
            </p:extLst>
          </p:nvPr>
        </p:nvGraphicFramePr>
        <p:xfrm>
          <a:off x="251520" y="260648"/>
          <a:ext cx="864000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画面遷移図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システム名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ユーズケース名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クラス名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tx1"/>
                        </a:solidFill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531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D9E90B4A7A0C340BD2A1F95043D45A1" ma:contentTypeVersion="16" ma:contentTypeDescription="新しいドキュメントを作成します。" ma:contentTypeScope="" ma:versionID="2c813624e6d5085b73d48180fd09de67">
  <xsd:schema xmlns:xsd="http://www.w3.org/2001/XMLSchema" xmlns:xs="http://www.w3.org/2001/XMLSchema" xmlns:p="http://schemas.microsoft.com/office/2006/metadata/properties" xmlns:ns2="b08f9998-8ac8-40ab-ab75-6a1d2d9ec6ef" xmlns:ns3="49125f8c-0f63-44b4-bf1b-4c3c9b6449e3" targetNamespace="http://schemas.microsoft.com/office/2006/metadata/properties" ma:root="true" ma:fieldsID="c7f7cb9eed30d2f5c3a270c43cc9a49b" ns2:_="" ns3:_="">
    <xsd:import namespace="b08f9998-8ac8-40ab-ab75-6a1d2d9ec6ef"/>
    <xsd:import namespace="49125f8c-0f63-44b4-bf1b-4c3c9b6449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8f9998-8ac8-40ab-ab75-6a1d2d9ec6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画像タグ" ma:readOnly="false" ma:fieldId="{5cf76f15-5ced-4ddc-b409-7134ff3c332f}" ma:taxonomyMulti="true" ma:sspId="0895b9c0-74fc-4553-aa0b-380ace5f8a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125f8c-0f63-44b4-bf1b-4c3c9b6449e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c5e84b0-5cff-4516-abd0-1cb6b5859c43}" ma:internalName="TaxCatchAll" ma:showField="CatchAllData" ma:web="49125f8c-0f63-44b4-bf1b-4c3c9b6449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8f9998-8ac8-40ab-ab75-6a1d2d9ec6ef">
      <Terms xmlns="http://schemas.microsoft.com/office/infopath/2007/PartnerControls"/>
    </lcf76f155ced4ddcb4097134ff3c332f>
    <TaxCatchAll xmlns="49125f8c-0f63-44b4-bf1b-4c3c9b6449e3" xsi:nil="true"/>
  </documentManagement>
</p:properties>
</file>

<file path=customXml/itemProps1.xml><?xml version="1.0" encoding="utf-8"?>
<ds:datastoreItem xmlns:ds="http://schemas.openxmlformats.org/officeDocument/2006/customXml" ds:itemID="{0555CD7E-25A4-4E3C-B942-6799C38923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389AFA-FA8A-4BA8-8D60-EC71E7282E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8f9998-8ac8-40ab-ab75-6a1d2d9ec6ef"/>
    <ds:schemaRef ds:uri="49125f8c-0f63-44b4-bf1b-4c3c9b6449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76D617-1403-4A2E-9983-36CC238E02A9}">
  <ds:schemaRefs>
    <ds:schemaRef ds:uri="http://schemas.microsoft.com/office/2006/metadata/properties"/>
    <ds:schemaRef ds:uri="http://schemas.microsoft.com/office/infopath/2007/PartnerControls"/>
    <ds:schemaRef ds:uri="b08f9998-8ac8-40ab-ab75-6a1d2d9ec6ef"/>
    <ds:schemaRef ds:uri="49125f8c-0f63-44b4-bf1b-4c3c9b6449e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4185</TotalTime>
  <Words>1395</Words>
  <Application>Microsoft Office PowerPoint</Application>
  <PresentationFormat>画面に合わせる (4:3)</PresentationFormat>
  <Paragraphs>708</Paragraphs>
  <Slides>26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2" baseType="lpstr">
      <vt:lpstr>HG丸ｺﾞｼｯｸM-PRO</vt:lpstr>
      <vt:lpstr>游ゴシック</vt:lpstr>
      <vt:lpstr>Arial</vt:lpstr>
      <vt:lpstr>Calibri</vt:lpstr>
      <vt:lpstr>Consolas</vt:lpstr>
      <vt:lpstr>Office ​​テーマ</vt:lpstr>
      <vt:lpstr>設計書（ver.1） プロトタイプ開発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PC-User</dc:creator>
  <cp:lastModifiedBy>katsunaga kimoto</cp:lastModifiedBy>
  <cp:revision>158</cp:revision>
  <dcterms:created xsi:type="dcterms:W3CDTF">2021-08-14T04:39:27Z</dcterms:created>
  <dcterms:modified xsi:type="dcterms:W3CDTF">2024-09-12T08:40:52Z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0x0101001D9E90B4A7A0C340BD2A1F95043D45A1</vt:lpwstr>
  </property>
</Properties>
</file>