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5"/>
  </p:notesMasterIdLst>
  <p:handoutMasterIdLst>
    <p:handoutMasterId r:id="rId6"/>
  </p:handoutMasterIdLst>
  <p:sldIdLst>
    <p:sldId id="461" r:id="rId3"/>
    <p:sldId id="460" r:id="rId4"/>
  </p:sldIdLst>
  <p:sldSz cx="9906000" cy="6858000" type="A4"/>
  <p:notesSz cx="6797675" cy="99266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C0C0C0"/>
    <a:srgbClr val="33CC33"/>
    <a:srgbClr val="CCCC00"/>
    <a:srgbClr val="CCFFCC"/>
    <a:srgbClr val="808080"/>
    <a:srgbClr val="666699"/>
    <a:srgbClr val="CCEC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5620" autoAdjust="0"/>
    <p:restoredTop sz="94687" autoAdjust="0"/>
  </p:normalViewPr>
  <p:slideViewPr>
    <p:cSldViewPr snapToObjects="1">
      <p:cViewPr>
        <p:scale>
          <a:sx n="75" d="100"/>
          <a:sy n="75" d="100"/>
        </p:scale>
        <p:origin x="-756" y="-70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4"/>
    </p:cViewPr>
  </p:sorterViewPr>
  <p:notesViewPr>
    <p:cSldViewPr snapToObjects="1">
      <p:cViewPr>
        <p:scale>
          <a:sx n="100" d="100"/>
          <a:sy n="100" d="100"/>
        </p:scale>
        <p:origin x="-918" y="1380"/>
      </p:cViewPr>
      <p:guideLst>
        <p:guide orient="horz" pos="3126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35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t" anchorCtr="0" compatLnSpc="1">
            <a:prstTxWarp prst="textNoShape">
              <a:avLst/>
            </a:prstTxWarp>
          </a:bodyPr>
          <a:lstStyle>
            <a:lvl1pPr defTabSz="917968">
              <a:defRPr sz="1200"/>
            </a:lvl1pPr>
          </a:lstStyle>
          <a:p>
            <a:endParaRPr lang="en-US" altLang="ja-JP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541" y="0"/>
            <a:ext cx="2946135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t" anchorCtr="0" compatLnSpc="1">
            <a:prstTxWarp prst="textNoShape">
              <a:avLst/>
            </a:prstTxWarp>
          </a:bodyPr>
          <a:lstStyle>
            <a:lvl1pPr algn="r" defTabSz="917968">
              <a:defRPr sz="1200"/>
            </a:lvl1pPr>
          </a:lstStyle>
          <a:p>
            <a:endParaRPr lang="en-US" altLang="ja-JP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385"/>
            <a:ext cx="2946135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b" anchorCtr="0" compatLnSpc="1">
            <a:prstTxWarp prst="textNoShape">
              <a:avLst/>
            </a:prstTxWarp>
          </a:bodyPr>
          <a:lstStyle>
            <a:lvl1pPr defTabSz="917968">
              <a:defRPr sz="1200"/>
            </a:lvl1pPr>
          </a:lstStyle>
          <a:p>
            <a:endParaRPr lang="en-US" altLang="ja-JP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541" y="9430385"/>
            <a:ext cx="2946135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b" anchorCtr="0" compatLnSpc="1">
            <a:prstTxWarp prst="textNoShape">
              <a:avLst/>
            </a:prstTxWarp>
          </a:bodyPr>
          <a:lstStyle>
            <a:lvl1pPr algn="r" defTabSz="917968">
              <a:defRPr sz="1200"/>
            </a:lvl1pPr>
          </a:lstStyle>
          <a:p>
            <a:fld id="{24D2BE1A-090E-4B0C-A07F-E6F1C0836581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1182242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82142" y="4715193"/>
            <a:ext cx="6122188" cy="4548718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552398" y="9446240"/>
            <a:ext cx="1714085" cy="39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b" anchorCtr="0" compatLnSpc="1">
            <a:prstTxWarp prst="textNoShape">
              <a:avLst/>
            </a:prstTxWarp>
          </a:bodyPr>
          <a:lstStyle>
            <a:lvl1pPr defTabSz="917968">
              <a:defRPr sz="1000">
                <a:latin typeface="Times New Roman" pitchFamily="18" charset="0"/>
              </a:defRPr>
            </a:lvl1pPr>
          </a:lstStyle>
          <a:p>
            <a:pPr algn="r"/>
            <a:r>
              <a:rPr lang="en-US" altLang="ja-JP" dirty="0" smtClean="0"/>
              <a:t>©</a:t>
            </a:r>
            <a:r>
              <a:rPr lang="en-US" altLang="ja-JP" dirty="0" smtClean="0">
                <a:latin typeface="Century" pitchFamily="18" charset="0"/>
              </a:rPr>
              <a:t> </a:t>
            </a:r>
            <a:r>
              <a:rPr lang="en-US" altLang="ja-JP" dirty="0" err="1" smtClean="0">
                <a:latin typeface="Century" pitchFamily="18" charset="0"/>
              </a:rPr>
              <a:t>RoyalRoadAcademy</a:t>
            </a:r>
            <a:endParaRPr lang="ja-JP" altLang="en-US" dirty="0">
              <a:latin typeface="Century" pitchFamily="18" charset="0"/>
            </a:endParaRP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071401" y="9347940"/>
            <a:ext cx="685000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b" anchorCtr="0" compatLnSpc="1">
            <a:prstTxWarp prst="textNoShape">
              <a:avLst/>
            </a:prstTxWarp>
          </a:bodyPr>
          <a:lstStyle>
            <a:lvl1pPr algn="r" defTabSz="917968">
              <a:defRPr sz="1200"/>
            </a:lvl1pPr>
          </a:lstStyle>
          <a:p>
            <a:r>
              <a:rPr lang="en-US" altLang="ja-JP"/>
              <a:t>1-</a:t>
            </a:r>
            <a:fld id="{C04F8FC6-DB71-4F6A-B109-A1EA57E4C2F4}" type="slidenum">
              <a:rPr lang="en-US" altLang="ja-JP"/>
              <a:pPr/>
              <a:t>&lt;#&gt;</a:t>
            </a:fld>
            <a:endParaRPr lang="en-US" altLang="ja-JP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>
            <a:off x="344087" y="9582590"/>
            <a:ext cx="6122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21" tIns="45661" rIns="91321" bIns="45661"/>
          <a:lstStyle/>
          <a:p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1895993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indent="180975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1pPr>
    <a:lvl2pPr marL="360363" indent="87313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2pPr>
    <a:lvl3pPr marL="627063" indent="87313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3pPr>
    <a:lvl4pPr marL="893763" indent="96838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4pPr>
    <a:lvl5pPr marL="1343025" indent="-173038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直線コネクタ 7"/>
          <p:cNvSpPr>
            <a:spLocks/>
          </p:cNvSpPr>
          <p:nvPr/>
        </p:nvSpPr>
        <p:spPr bwMode="auto">
          <a:xfrm>
            <a:off x="0" y="3007640"/>
            <a:ext cx="5949353" cy="0"/>
          </a:xfrm>
          <a:prstGeom prst="line">
            <a:avLst/>
          </a:prstGeom>
          <a:noFill/>
          <a:ln w="19050" cap="rnd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321" tIns="45661" rIns="91321" bIns="45661"/>
          <a:lstStyle/>
          <a:p>
            <a:endParaRPr lang="ja-JP" altLang="en-US"/>
          </a:p>
        </p:txBody>
      </p:sp>
      <p:sp>
        <p:nvSpPr>
          <p:cNvPr id="638979" name="Rectangle 3"/>
          <p:cNvSpPr>
            <a:spLocks noChangeArrowheads="1"/>
          </p:cNvSpPr>
          <p:nvPr/>
        </p:nvSpPr>
        <p:spPr bwMode="auto">
          <a:xfrm>
            <a:off x="5743218" y="4757"/>
            <a:ext cx="1205093" cy="9921881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683" tIns="8578" rIns="71683" bIns="8578"/>
          <a:lstStyle>
            <a:lvl1pPr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17550" indent="-276225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04900" indent="-222250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546225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987550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4447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019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3591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163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lnSpc>
                <a:spcPct val="150000"/>
              </a:lnSpc>
              <a:buClr>
                <a:srgbClr val="000000"/>
              </a:buClr>
              <a:buFont typeface="ＭＳ Ｐゴシック" charset="-128"/>
              <a:buChar char="・"/>
            </a:pPr>
            <a:endParaRPr lang="ja-JP" altLang="ja-JP" sz="1000" dirty="0">
              <a:solidFill>
                <a:srgbClr val="000000"/>
              </a:solidFill>
              <a:latin typeface="ＭＳ Ｐゴシック" charset="-128"/>
            </a:endParaRPr>
          </a:p>
        </p:txBody>
      </p:sp>
      <p:sp>
        <p:nvSpPr>
          <p:cNvPr id="638980" name="Rectangle 12"/>
          <p:cNvSpPr>
            <a:spLocks noChangeArrowheads="1"/>
          </p:cNvSpPr>
          <p:nvPr/>
        </p:nvSpPr>
        <p:spPr bwMode="auto">
          <a:xfrm>
            <a:off x="23785" y="2382964"/>
            <a:ext cx="6750105" cy="427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225" tIns="44113" rIns="88225" bIns="44113">
            <a:spAutoFit/>
          </a:bodyPr>
          <a:lstStyle>
            <a:lvl1pPr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17550" indent="-276225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04900" indent="-222250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546225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987550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4447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019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3591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163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2200" b="1" dirty="0" smtClean="0">
                <a:solidFill>
                  <a:schemeClr val="tx2"/>
                </a:solidFill>
                <a:latin typeface="Times New Roman" pitchFamily="18" charset="0"/>
                <a:ea typeface="ＭＳ 明朝" charset="-128"/>
              </a:rPr>
              <a:t>付録</a:t>
            </a:r>
            <a:r>
              <a:rPr lang="en-US" altLang="ja-JP" sz="2200" b="1" dirty="0" smtClean="0">
                <a:solidFill>
                  <a:schemeClr val="tx2"/>
                </a:solidFill>
                <a:latin typeface="Times New Roman" pitchFamily="18" charset="0"/>
                <a:ea typeface="ＭＳ 明朝" charset="-128"/>
              </a:rPr>
              <a:t>2</a:t>
            </a:r>
            <a:endParaRPr lang="en-US" altLang="ja-JP" sz="2200" b="1" dirty="0">
              <a:solidFill>
                <a:schemeClr val="tx2"/>
              </a:solidFill>
              <a:latin typeface="Times New Roman" pitchFamily="18" charset="0"/>
              <a:ea typeface="ＭＳ 明朝" charset="-128"/>
            </a:endParaRPr>
          </a:p>
        </p:txBody>
      </p:sp>
      <p:sp>
        <p:nvSpPr>
          <p:cNvPr id="638981" name="Rectangle 13"/>
          <p:cNvSpPr>
            <a:spLocks noChangeArrowheads="1"/>
          </p:cNvSpPr>
          <p:nvPr/>
        </p:nvSpPr>
        <p:spPr bwMode="auto">
          <a:xfrm>
            <a:off x="23785" y="3112281"/>
            <a:ext cx="6750105" cy="427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225" tIns="44113" rIns="88225" bIns="44113">
            <a:spAutoFit/>
          </a:bodyPr>
          <a:lstStyle>
            <a:lvl1pPr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17550" indent="-276225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04900" indent="-222250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546225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987550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4447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019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3591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163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2200" b="1" dirty="0" smtClean="0">
                <a:latin typeface="Times New Roman" pitchFamily="18" charset="0"/>
              </a:rPr>
              <a:t>成果物一覧表</a:t>
            </a:r>
            <a:endParaRPr lang="ja-JP" altLang="en-US" sz="2200" b="1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0AC2C-0DDE-487F-AB19-F98A207842DF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0958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C9006-7595-4306-8A8D-1FC8250709D5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92126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46A1E0-1584-4134-9081-259B1426829F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490062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6413" y="1006475"/>
            <a:ext cx="4406900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65713" y="1006475"/>
            <a:ext cx="4406900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A9BDA7-719B-4A0C-8ACF-67899621A44B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3178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04E4FE-CF43-4BDC-AB94-038AD4053BDF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76895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B8AD2F-64C5-456C-AF13-9FDAE8CAED65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763548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8770B-C756-432F-96F8-1CF008A5C5F9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06729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213053-7D85-483B-B093-439334EE663D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73964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99361E-F371-4845-B382-A8712E1D08F3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1028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B1728-768F-42A2-8F78-A81C6DE3CDBB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48222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231063" y="287338"/>
            <a:ext cx="2241550" cy="5757862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6413" y="287338"/>
            <a:ext cx="6572250" cy="5757862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BD653-8102-4708-9D09-98FA98153E7D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527588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BB2D8E-56EF-48B8-BD06-416EF66D8C60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295693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7C5D36-C7A2-497F-9CE0-E48A9D4BCD99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126202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6920C3F-BD70-4233-8C8A-ECD1DE45D8C8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29040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6413" y="1006475"/>
            <a:ext cx="4406900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65713" y="1006475"/>
            <a:ext cx="4406900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03F8634-4017-42D6-830C-8B4F3DD0836C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357220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2FD79E-7337-4BC5-B427-56DA92417C1F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16545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49FC11-5098-4AC0-94B9-9F86307E31A9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558827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BEBD411-412B-4114-AFF0-80310FA5D7B6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215029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B564EFB-3505-4EAE-A4A6-50DF5F9F82B9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5128942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33FE8C-2CEE-4BCE-B043-F274E5A0A801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496594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DD7B25-4588-41AC-82E3-65A8876C061F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965765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231063" y="287338"/>
            <a:ext cx="2241550" cy="5757862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6413" y="287338"/>
            <a:ext cx="6572250" cy="5757862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4CED71-C4AB-46FC-A2DB-16D72199EF95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991433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6413" y="287338"/>
            <a:ext cx="89662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6413" y="1006475"/>
            <a:ext cx="8966200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59CA84-166D-4B72-9ADC-98102041B5C3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2pPr>
      <a:lvl3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3pPr>
      <a:lvl4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4pPr>
      <a:lvl5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6413" y="287338"/>
            <a:ext cx="89662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6413" y="1006475"/>
            <a:ext cx="8966200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>
              <a:defRPr/>
            </a:pPr>
            <a:fld id="{9762E02F-3376-46E7-BC77-72F91A5D6018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2pPr>
      <a:lvl3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3pPr>
      <a:lvl4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4pPr>
      <a:lvl5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3038" y="403225"/>
            <a:ext cx="9559925" cy="1592263"/>
          </a:xfrm>
          <a:ln/>
          <a:extLst>
            <a:ext uri="{91240B29-F687-4F45-9708-019B960494DF}">
              <a14:hiddenLine xmlns="" xmlns:a14="http://schemas.microsoft.com/office/drawing/2010/main" w="1905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0" tIns="0" rIns="0" bIns="25200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  <a:t>付録</a:t>
            </a:r>
            <a:r>
              <a:rPr lang="en-US" altLang="ja-JP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  <a:t>1 </a:t>
            </a:r>
            <a:r>
              <a:rPr lang="ja-JP" altLang="en-US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  <a:t>章扉</a:t>
            </a:r>
            <a:br>
              <a:rPr lang="ja-JP" altLang="en-US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</a:br>
            <a:r>
              <a:rPr lang="ja-JP" altLang="en-US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  <a:t>（ノート表示で使用）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/>
              <a:t>章扉裏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xtTemplate">
  <a:themeElements>
    <a:clrScheme name="text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xtTemplate">
      <a:majorFont>
        <a:latin typeface="Arial"/>
        <a:ea typeface="ＭＳ 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text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extTemplate">
  <a:themeElements>
    <a:clrScheme name="1_text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textTempla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1_text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Settings\akore\Application Data\Microsoft\Templates\textTemplate.pot</Template>
  <TotalTime>23107</TotalTime>
  <Words>11</Words>
  <Application>Microsoft Office PowerPoint</Application>
  <PresentationFormat>A4 210 x 297 mm</PresentationFormat>
  <Paragraphs>4</Paragraphs>
  <Slides>2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2</vt:i4>
      </vt:variant>
      <vt:variant>
        <vt:lpstr>スライド タイトル</vt:lpstr>
      </vt:variant>
      <vt:variant>
        <vt:i4>2</vt:i4>
      </vt:variant>
    </vt:vector>
  </HeadingPairs>
  <TitlesOfParts>
    <vt:vector size="4" baseType="lpstr">
      <vt:lpstr>textTemplate</vt:lpstr>
      <vt:lpstr>1_textTemplate</vt:lpstr>
      <vt:lpstr>付録1 章扉 （ノート表示で使用）</vt:lpstr>
      <vt:lpstr>章扉裏</vt:lpstr>
    </vt:vector>
  </TitlesOfParts>
  <Company>FLM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AKore</dc:creator>
  <cp:lastModifiedBy>funamoto</cp:lastModifiedBy>
  <cp:revision>1147</cp:revision>
  <dcterms:created xsi:type="dcterms:W3CDTF">2002-08-15T00:12:23Z</dcterms:created>
  <dcterms:modified xsi:type="dcterms:W3CDTF">2020-03-07T17:05:59Z</dcterms:modified>
</cp:coreProperties>
</file>